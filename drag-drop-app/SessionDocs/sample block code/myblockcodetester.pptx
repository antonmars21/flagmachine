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57DCD-E4B3-424C-AA51-CF20DEDFF2BE}" v="104" dt="2026-07-01T02:06:01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9D6F0-AF0F-9CC7-4FC1-3254ABE82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2B70E-C9B3-57C4-C6D1-5BC06D6DA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D422E-5BBC-178A-6928-7AA9CA7BB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841CA-D085-4E76-15D4-87FD3BF2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D72AD-A761-3529-27C5-4898CAFC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38065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684B-22FA-5AC8-E51D-A10B977A6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00E3B-7AF1-7561-B508-75C784E15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B7FA-79DF-7DAC-A354-78407DDDB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3C4F-4974-B40B-233C-3D6CAC1D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CEA10-BF71-A6C9-7C6B-1152B1CD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4945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CFCF-47AA-4F72-5FBD-3F632AF2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72F43-1D60-4F9B-94DD-F543EBD57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CAB75-A12F-2133-E657-A4F747074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FC98C-5BC1-6F5F-AE44-358C9F35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CC52E-7282-DA8E-222A-07AC4CB9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34058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2382-B1B3-5BFC-FAD0-306C0064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2B71F-1FF2-34F1-4CD9-F5F8BEBE5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540E4-FE6D-3868-72DE-0C0A2AC20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0ECA6-243A-D1D7-D7BB-E9254D6D9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C5643-CDA8-CCA2-C098-0CC054CE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E66B0-0E80-15D8-0996-864EAD54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213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ECE5-6466-2713-C068-58B193352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B412E-2F15-9B72-E91A-61009D4E9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C46E1-8008-851C-0105-26B7DCD48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36890-77AC-1221-CA8D-A48896CEC8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BEA7F-7FB2-8531-2A90-E5EF078B7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F1F193-363E-1A27-150D-FC89CD86E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ACFE1B-6AFB-54C2-619E-8A5D0E24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E1F919-D735-A8BE-DA17-175013274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27652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7E9E-8CB3-04D1-66BD-9F1D0655C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63C3E-B068-BF74-6FDC-9813A0E8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C922F-3AAB-F26C-8758-8A678075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0F3E9-29FD-BD69-1A53-B0F0E06A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9069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20E54-A761-D40E-CFDC-54B32E54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9D664-E34B-9626-71D2-94118D06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8B3E5-FE58-3F6D-6AD8-8D01A371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7411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0B2C-2AF4-F08F-78AA-4D992202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67E25-FBCF-1BE5-3FEE-53FDEC30B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14832-8159-A1FD-DEE8-51CE869CB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D627A-1898-7C67-E9B8-95231140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453F5-25EE-2F2C-2E69-DB5C45F3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1671F-3F49-AC48-8C46-E61BE922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3914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93B8-69CB-60FC-A621-5110F4053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9EE83-A681-F5EB-A7E1-5AFA26407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278F5-0CF0-02E0-1493-42D5C3DC8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0C642-BC2E-7339-6637-F246B1BFE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61AF5-E428-1B1A-3E22-DBB630DE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4AF1B-3A57-4D1A-C6F2-DC3FC4C2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8380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4B151-95C6-903B-CE79-B026804B2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B5362-A5D6-2394-F5C8-575C85298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8EB67-F447-D8D3-2B8B-396644172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EDC2B-1A00-3748-09EF-B3BC7175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1D938-EA09-8F8B-495A-F3FFC340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2106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6BC8DB-0ED3-4628-847C-507AD7604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DA26D-DA66-9554-70E7-BCF4F09A9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4A401-5E0A-3C75-6ACA-BA8CD95F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26D54-7CDF-42A4-4B17-D15255DC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9225A-7B69-F22C-37FC-0DF99A61B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4294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5364E7-DE84-7D9F-F2B4-B450F41A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EBE38-3690-39A5-823F-AD3F00725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B5C23-0A47-3A8F-96D4-9ABDB4C65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1B3D0-C173-4A0C-9F7E-479C89794D21}" type="datetimeFigureOut">
              <a:rPr lang="en-NZ" smtClean="0"/>
              <a:t>1/07/2026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841F9-9952-7849-EE3E-101A468F6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8CBD9-474D-2A8B-43A2-7B674695F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E27AC-8340-4BBD-83D6-41C76346E89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7405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761D5-3D40-BB69-376E-65C79946D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AA1CEB-2821-C6BD-974B-4BC30C2430FE}"/>
              </a:ext>
            </a:extLst>
          </p:cNvPr>
          <p:cNvSpPr txBox="1"/>
          <p:nvPr/>
        </p:nvSpPr>
        <p:spPr>
          <a:xfrm>
            <a:off x="726831" y="328901"/>
            <a:ext cx="1125629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NZ" dirty="0"/>
              <a:t>Elements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C6BBD-26A3-6C14-0C46-B2213BA0B22B}"/>
              </a:ext>
            </a:extLst>
          </p:cNvPr>
          <p:cNvSpPr txBox="1"/>
          <p:nvPr/>
        </p:nvSpPr>
        <p:spPr>
          <a:xfrm>
            <a:off x="6904893" y="527538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Screen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CBC6DA-E217-49D2-1EC9-DDCE205653FE}"/>
              </a:ext>
            </a:extLst>
          </p:cNvPr>
          <p:cNvSpPr txBox="1"/>
          <p:nvPr/>
        </p:nvSpPr>
        <p:spPr>
          <a:xfrm>
            <a:off x="9038493" y="527538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Screen 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60BB1C6-EAA0-AA39-9FB8-D4A73D193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195534"/>
              </p:ext>
            </p:extLst>
          </p:nvPr>
        </p:nvGraphicFramePr>
        <p:xfrm>
          <a:off x="3891245" y="1040942"/>
          <a:ext cx="812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635152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1640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19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28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928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612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53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6929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5CB9644-DC7E-E061-31DA-3AE3F2419286}"/>
              </a:ext>
            </a:extLst>
          </p:cNvPr>
          <p:cNvSpPr txBox="1"/>
          <p:nvPr/>
        </p:nvSpPr>
        <p:spPr>
          <a:xfrm>
            <a:off x="818907" y="912201"/>
            <a:ext cx="6646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Start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1F9443-D33E-152E-E316-A46FD9363799}"/>
              </a:ext>
            </a:extLst>
          </p:cNvPr>
          <p:cNvSpPr txBox="1"/>
          <p:nvPr/>
        </p:nvSpPr>
        <p:spPr>
          <a:xfrm>
            <a:off x="828652" y="1417939"/>
            <a:ext cx="6451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Stop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81B79-5F81-3097-A141-12956880F88B}"/>
              </a:ext>
            </a:extLst>
          </p:cNvPr>
          <p:cNvSpPr txBox="1"/>
          <p:nvPr/>
        </p:nvSpPr>
        <p:spPr>
          <a:xfrm>
            <a:off x="811093" y="1919701"/>
            <a:ext cx="6335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Wait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EEC51F6-FCB3-380E-E869-DDB07A4F826E}"/>
              </a:ext>
            </a:extLst>
          </p:cNvPr>
          <p:cNvGrpSpPr/>
          <p:nvPr/>
        </p:nvGrpSpPr>
        <p:grpSpPr>
          <a:xfrm>
            <a:off x="818907" y="2440770"/>
            <a:ext cx="1504999" cy="369332"/>
            <a:chOff x="811092" y="2433820"/>
            <a:chExt cx="1504999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E8B2D73-F5E4-90E6-4CEA-EA07B506613D}"/>
                </a:ext>
              </a:extLst>
            </p:cNvPr>
            <p:cNvSpPr txBox="1"/>
            <p:nvPr/>
          </p:nvSpPr>
          <p:spPr>
            <a:xfrm>
              <a:off x="811092" y="2433820"/>
              <a:ext cx="76495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dirty="0"/>
                <a:t>Clock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BC6743-F072-7F94-3E10-E4F67448D44E}"/>
                </a:ext>
              </a:extLst>
            </p:cNvPr>
            <p:cNvSpPr txBox="1"/>
            <p:nvPr/>
          </p:nvSpPr>
          <p:spPr>
            <a:xfrm>
              <a:off x="1583198" y="2433820"/>
              <a:ext cx="73289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dirty="0"/>
                <a:t>5 min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98BF60F-B311-1182-7042-78794F892670}"/>
              </a:ext>
            </a:extLst>
          </p:cNvPr>
          <p:cNvSpPr txBox="1"/>
          <p:nvPr/>
        </p:nvSpPr>
        <p:spPr>
          <a:xfrm>
            <a:off x="818907" y="3142276"/>
            <a:ext cx="664669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400" dirty="0"/>
              <a:t>Flag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031F47-4E58-88F6-FEB9-E02E963A64BC}"/>
              </a:ext>
            </a:extLst>
          </p:cNvPr>
          <p:cNvSpPr txBox="1"/>
          <p:nvPr/>
        </p:nvSpPr>
        <p:spPr>
          <a:xfrm>
            <a:off x="811093" y="3525156"/>
            <a:ext cx="664669" cy="30777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400" dirty="0"/>
              <a:t>Flag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97D983-C3A1-AD60-CC2C-AF7638A13DD2}"/>
              </a:ext>
            </a:extLst>
          </p:cNvPr>
          <p:cNvSpPr txBox="1"/>
          <p:nvPr/>
        </p:nvSpPr>
        <p:spPr>
          <a:xfrm>
            <a:off x="819260" y="3908036"/>
            <a:ext cx="66466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100" dirty="0"/>
              <a:t>Flag C1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3CDFD0-D9CF-CDEF-5F08-D1261D4382A2}"/>
              </a:ext>
            </a:extLst>
          </p:cNvPr>
          <p:cNvSpPr txBox="1"/>
          <p:nvPr/>
        </p:nvSpPr>
        <p:spPr>
          <a:xfrm>
            <a:off x="828652" y="4286377"/>
            <a:ext cx="66466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100" dirty="0"/>
              <a:t>Flag C2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C02CA1-1C99-FBE7-CA2B-B20DC70B7C6F}"/>
              </a:ext>
            </a:extLst>
          </p:cNvPr>
          <p:cNvSpPr txBox="1"/>
          <p:nvPr/>
        </p:nvSpPr>
        <p:spPr>
          <a:xfrm>
            <a:off x="832027" y="4686176"/>
            <a:ext cx="66466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100" dirty="0"/>
              <a:t>Flag C3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192584-0C7B-EA17-2FF5-FFCE266A0004}"/>
              </a:ext>
            </a:extLst>
          </p:cNvPr>
          <p:cNvSpPr txBox="1"/>
          <p:nvPr/>
        </p:nvSpPr>
        <p:spPr>
          <a:xfrm>
            <a:off x="726831" y="5141461"/>
            <a:ext cx="14169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Custom Text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88B201-6392-5847-9BD7-085D679F3539}"/>
              </a:ext>
            </a:extLst>
          </p:cNvPr>
          <p:cNvSpPr/>
          <p:nvPr/>
        </p:nvSpPr>
        <p:spPr>
          <a:xfrm>
            <a:off x="180622" y="169376"/>
            <a:ext cx="3059289" cy="59457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F35436-8202-2A21-7678-C1AA425D4349}"/>
              </a:ext>
            </a:extLst>
          </p:cNvPr>
          <p:cNvSpPr/>
          <p:nvPr/>
        </p:nvSpPr>
        <p:spPr>
          <a:xfrm>
            <a:off x="3786120" y="169376"/>
            <a:ext cx="8405880" cy="59457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6E458F-13D6-6255-D586-981512564437}"/>
              </a:ext>
            </a:extLst>
          </p:cNvPr>
          <p:cNvSpPr txBox="1"/>
          <p:nvPr/>
        </p:nvSpPr>
        <p:spPr>
          <a:xfrm>
            <a:off x="4801738" y="423157"/>
            <a:ext cx="1916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WYSWYG Display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0F1451-9674-922C-90DE-D6BFE15C0F72}"/>
              </a:ext>
            </a:extLst>
          </p:cNvPr>
          <p:cNvSpPr txBox="1"/>
          <p:nvPr/>
        </p:nvSpPr>
        <p:spPr>
          <a:xfrm>
            <a:off x="6882739" y="1281533"/>
            <a:ext cx="2145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 dirty="0"/>
              <a:t>Event 1           Event 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6825EA-9460-8CB2-7A32-84F8CBB0BBF5}"/>
              </a:ext>
            </a:extLst>
          </p:cNvPr>
          <p:cNvSpPr txBox="1"/>
          <p:nvPr/>
        </p:nvSpPr>
        <p:spPr>
          <a:xfrm>
            <a:off x="6904893" y="1919701"/>
            <a:ext cx="2145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 dirty="0"/>
              <a:t>Event 2           Event 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AEA292-9A83-CFD4-C457-C36E90942E39}"/>
              </a:ext>
            </a:extLst>
          </p:cNvPr>
          <p:cNvSpPr txBox="1"/>
          <p:nvPr/>
        </p:nvSpPr>
        <p:spPr>
          <a:xfrm>
            <a:off x="6882738" y="2718190"/>
            <a:ext cx="2145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 dirty="0"/>
              <a:t>Event 3           Event 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47283E-5029-17EE-787B-5A15A42F5821}"/>
              </a:ext>
            </a:extLst>
          </p:cNvPr>
          <p:cNvSpPr txBox="1"/>
          <p:nvPr/>
        </p:nvSpPr>
        <p:spPr>
          <a:xfrm>
            <a:off x="6904892" y="3473964"/>
            <a:ext cx="2145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 dirty="0"/>
              <a:t>Event 4           Event 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9E02FD-D4F1-CE0C-8A05-5AD75BCAFE40}"/>
              </a:ext>
            </a:extLst>
          </p:cNvPr>
          <p:cNvSpPr txBox="1"/>
          <p:nvPr/>
        </p:nvSpPr>
        <p:spPr>
          <a:xfrm>
            <a:off x="2912533" y="6412089"/>
            <a:ext cx="3739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Set-up &amp; user management console</a:t>
            </a:r>
          </a:p>
        </p:txBody>
      </p:sp>
    </p:spTree>
    <p:extLst>
      <p:ext uri="{BB962C8B-B14F-4D97-AF65-F5344CB8AC3E}">
        <p14:creationId xmlns:p14="http://schemas.microsoft.com/office/powerpoint/2010/main" val="259855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DA4C-FCB6-8DCC-D63C-6243A969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D8D169-0FAD-C753-D0A9-2F60A9696C18}"/>
              </a:ext>
            </a:extLst>
          </p:cNvPr>
          <p:cNvSpPr txBox="1"/>
          <p:nvPr/>
        </p:nvSpPr>
        <p:spPr>
          <a:xfrm>
            <a:off x="6904893" y="527538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Screen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AB396-83ED-592D-81A3-1F970521859D}"/>
              </a:ext>
            </a:extLst>
          </p:cNvPr>
          <p:cNvSpPr txBox="1"/>
          <p:nvPr/>
        </p:nvSpPr>
        <p:spPr>
          <a:xfrm>
            <a:off x="9038493" y="527538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Screen 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3BFD1E-6F45-4B2B-4DA5-311E43705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42260"/>
              </p:ext>
            </p:extLst>
          </p:nvPr>
        </p:nvGraphicFramePr>
        <p:xfrm>
          <a:off x="3891245" y="1040941"/>
          <a:ext cx="8128000" cy="3497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635152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1640530"/>
                    </a:ext>
                  </a:extLst>
                </a:gridCol>
              </a:tblGrid>
              <a:tr h="3497191">
                <a:tc>
                  <a:txBody>
                    <a:bodyPr/>
                    <a:lstStyle/>
                    <a:p>
                      <a:r>
                        <a:rPr lang="en-NZ" sz="2400" b="0" dirty="0">
                          <a:solidFill>
                            <a:schemeClr val="tx1"/>
                          </a:solidFill>
                        </a:rPr>
                        <a:t>Event 1 – Screen 1</a:t>
                      </a:r>
                    </a:p>
                    <a:p>
                      <a:endParaRPr lang="en-NZ" sz="24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NZ" sz="2400" b="0" dirty="0">
                          <a:solidFill>
                            <a:schemeClr val="tx1"/>
                          </a:solidFill>
                        </a:rPr>
                        <a:t>- Event 1 displays for set time, next Event 2 – repeat for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 1 – Screen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NZ" sz="2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NZ" sz="2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-Event 1 displays for set time, next Event 2 – repeat for n</a:t>
                      </a:r>
                    </a:p>
                    <a:p>
                      <a:endParaRPr lang="en-NZ" sz="2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199135"/>
                  </a:ext>
                </a:extLst>
              </a:tr>
            </a:tbl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0ACE025D-FCD7-FEE0-5F3E-7FFFAF373146}"/>
              </a:ext>
            </a:extLst>
          </p:cNvPr>
          <p:cNvSpPr/>
          <p:nvPr/>
        </p:nvSpPr>
        <p:spPr>
          <a:xfrm>
            <a:off x="3786120" y="169376"/>
            <a:ext cx="8405880" cy="59457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97306F-A70F-76E5-F4BA-4CCCC7FA5FA8}"/>
              </a:ext>
            </a:extLst>
          </p:cNvPr>
          <p:cNvSpPr txBox="1"/>
          <p:nvPr/>
        </p:nvSpPr>
        <p:spPr>
          <a:xfrm>
            <a:off x="4801738" y="423157"/>
            <a:ext cx="1803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Outdoor Display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AE1B9-4B03-130C-70FB-EF635E851187}"/>
              </a:ext>
            </a:extLst>
          </p:cNvPr>
          <p:cNvSpPr txBox="1"/>
          <p:nvPr/>
        </p:nvSpPr>
        <p:spPr>
          <a:xfrm>
            <a:off x="781019" y="712204"/>
            <a:ext cx="1803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Outdoor Display</a:t>
            </a:r>
          </a:p>
          <a:p>
            <a:r>
              <a:rPr lang="en-NZ" dirty="0"/>
              <a:t>screen</a:t>
            </a:r>
          </a:p>
        </p:txBody>
      </p:sp>
    </p:spTree>
    <p:extLst>
      <p:ext uri="{BB962C8B-B14F-4D97-AF65-F5344CB8AC3E}">
        <p14:creationId xmlns:p14="http://schemas.microsoft.com/office/powerpoint/2010/main" val="2867419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75CDC-2A28-6865-2631-548CEA09E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52478D-A027-ACE6-AC31-3098D7EEAED1}"/>
              </a:ext>
            </a:extLst>
          </p:cNvPr>
          <p:cNvSpPr txBox="1"/>
          <p:nvPr/>
        </p:nvSpPr>
        <p:spPr>
          <a:xfrm>
            <a:off x="726831" y="527538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Elements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871F6-F932-63F7-DF69-C99DD314CDA3}"/>
              </a:ext>
            </a:extLst>
          </p:cNvPr>
          <p:cNvSpPr txBox="1"/>
          <p:nvPr/>
        </p:nvSpPr>
        <p:spPr>
          <a:xfrm>
            <a:off x="6856767" y="725752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Screen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34174F-534D-5DC2-D1D5-AD6E5A4355E6}"/>
              </a:ext>
            </a:extLst>
          </p:cNvPr>
          <p:cNvSpPr txBox="1"/>
          <p:nvPr/>
        </p:nvSpPr>
        <p:spPr>
          <a:xfrm>
            <a:off x="8990367" y="725752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Screen 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07516C-9C31-66E9-CD9F-635119CC3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89043"/>
              </p:ext>
            </p:extLst>
          </p:nvPr>
        </p:nvGraphicFramePr>
        <p:xfrm>
          <a:off x="3843119" y="1239156"/>
          <a:ext cx="812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635152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1640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19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28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928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612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53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6929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E53837E-B424-FD7B-9748-E92B936CBF93}"/>
              </a:ext>
            </a:extLst>
          </p:cNvPr>
          <p:cNvSpPr txBox="1"/>
          <p:nvPr/>
        </p:nvSpPr>
        <p:spPr>
          <a:xfrm>
            <a:off x="818907" y="912201"/>
            <a:ext cx="6646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Start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7582F0-F8DD-B0EC-3FC7-099E75AFBF6B}"/>
              </a:ext>
            </a:extLst>
          </p:cNvPr>
          <p:cNvSpPr txBox="1"/>
          <p:nvPr/>
        </p:nvSpPr>
        <p:spPr>
          <a:xfrm>
            <a:off x="828652" y="1417939"/>
            <a:ext cx="6451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Stop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C1BD13-D31C-E23F-4DF7-8C1135829744}"/>
              </a:ext>
            </a:extLst>
          </p:cNvPr>
          <p:cNvSpPr txBox="1"/>
          <p:nvPr/>
        </p:nvSpPr>
        <p:spPr>
          <a:xfrm>
            <a:off x="811093" y="1919701"/>
            <a:ext cx="6335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Wait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F6C92C-A383-1AD9-A837-0C0C01869D7D}"/>
              </a:ext>
            </a:extLst>
          </p:cNvPr>
          <p:cNvGrpSpPr/>
          <p:nvPr/>
        </p:nvGrpSpPr>
        <p:grpSpPr>
          <a:xfrm>
            <a:off x="818907" y="2440770"/>
            <a:ext cx="1504999" cy="369332"/>
            <a:chOff x="811092" y="2433820"/>
            <a:chExt cx="1504999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D95E63-1985-F480-4686-F9DD41529374}"/>
                </a:ext>
              </a:extLst>
            </p:cNvPr>
            <p:cNvSpPr txBox="1"/>
            <p:nvPr/>
          </p:nvSpPr>
          <p:spPr>
            <a:xfrm>
              <a:off x="811092" y="2433820"/>
              <a:ext cx="76495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dirty="0"/>
                <a:t>Clock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1CD539-7B74-AC08-EFF6-7E735E76E95B}"/>
                </a:ext>
              </a:extLst>
            </p:cNvPr>
            <p:cNvSpPr txBox="1"/>
            <p:nvPr/>
          </p:nvSpPr>
          <p:spPr>
            <a:xfrm>
              <a:off x="1583198" y="2433820"/>
              <a:ext cx="73289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dirty="0"/>
                <a:t>5 min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A54B8D2-1031-A7DD-CC7A-A2B0277F8FA4}"/>
              </a:ext>
            </a:extLst>
          </p:cNvPr>
          <p:cNvSpPr txBox="1"/>
          <p:nvPr/>
        </p:nvSpPr>
        <p:spPr>
          <a:xfrm>
            <a:off x="818907" y="4189024"/>
            <a:ext cx="664669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400" dirty="0"/>
              <a:t>Flag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490D62-8246-976D-C570-4731C966117A}"/>
              </a:ext>
            </a:extLst>
          </p:cNvPr>
          <p:cNvSpPr txBox="1"/>
          <p:nvPr/>
        </p:nvSpPr>
        <p:spPr>
          <a:xfrm>
            <a:off x="811093" y="4571904"/>
            <a:ext cx="664669" cy="30777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400" dirty="0"/>
              <a:t>Flag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65AF45-5243-C98B-EDCD-AACBE2567145}"/>
              </a:ext>
            </a:extLst>
          </p:cNvPr>
          <p:cNvSpPr txBox="1"/>
          <p:nvPr/>
        </p:nvSpPr>
        <p:spPr>
          <a:xfrm>
            <a:off x="819260" y="4954784"/>
            <a:ext cx="66466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100" dirty="0"/>
              <a:t>Flag C1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B3EFFB-A9CA-36EF-1ABF-5A78834C5A9B}"/>
              </a:ext>
            </a:extLst>
          </p:cNvPr>
          <p:cNvSpPr txBox="1"/>
          <p:nvPr/>
        </p:nvSpPr>
        <p:spPr>
          <a:xfrm>
            <a:off x="828652" y="5333125"/>
            <a:ext cx="66466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100" dirty="0"/>
              <a:t>Flag C2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383B98-3867-4EEE-E478-871CA873785F}"/>
              </a:ext>
            </a:extLst>
          </p:cNvPr>
          <p:cNvSpPr txBox="1"/>
          <p:nvPr/>
        </p:nvSpPr>
        <p:spPr>
          <a:xfrm>
            <a:off x="832027" y="5732924"/>
            <a:ext cx="66466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100" dirty="0"/>
              <a:t>Flag C3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98FD00-15E1-CD12-1367-A8B43FFCE08A}"/>
              </a:ext>
            </a:extLst>
          </p:cNvPr>
          <p:cNvSpPr txBox="1"/>
          <p:nvPr/>
        </p:nvSpPr>
        <p:spPr>
          <a:xfrm>
            <a:off x="726831" y="6188209"/>
            <a:ext cx="14169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Custom Text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68272E-BC89-2E46-7C67-487192982814}"/>
              </a:ext>
            </a:extLst>
          </p:cNvPr>
          <p:cNvSpPr txBox="1"/>
          <p:nvPr/>
        </p:nvSpPr>
        <p:spPr>
          <a:xfrm>
            <a:off x="6904893" y="158206"/>
            <a:ext cx="16539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Override Reset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9A8ED7-E595-40A1-B4F4-AABA4F386F12}"/>
              </a:ext>
            </a:extLst>
          </p:cNvPr>
          <p:cNvSpPr txBox="1"/>
          <p:nvPr/>
        </p:nvSpPr>
        <p:spPr>
          <a:xfrm>
            <a:off x="9167628" y="158206"/>
            <a:ext cx="1543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Override Stop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D730F-6308-E9D3-10A4-A859ACD3653D}"/>
              </a:ext>
            </a:extLst>
          </p:cNvPr>
          <p:cNvSpPr txBox="1"/>
          <p:nvPr/>
        </p:nvSpPr>
        <p:spPr>
          <a:xfrm>
            <a:off x="4446441" y="158206"/>
            <a:ext cx="6646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Start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454D8-5D65-7739-E6D4-AB592D4A7287}"/>
              </a:ext>
            </a:extLst>
          </p:cNvPr>
          <p:cNvGrpSpPr/>
          <p:nvPr/>
        </p:nvGrpSpPr>
        <p:grpSpPr>
          <a:xfrm>
            <a:off x="740821" y="3032543"/>
            <a:ext cx="1614003" cy="369332"/>
            <a:chOff x="811092" y="2433820"/>
            <a:chExt cx="1614003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381DB82-9978-9B11-747B-395A437CCF80}"/>
                </a:ext>
              </a:extLst>
            </p:cNvPr>
            <p:cNvSpPr txBox="1"/>
            <p:nvPr/>
          </p:nvSpPr>
          <p:spPr>
            <a:xfrm>
              <a:off x="811092" y="2433820"/>
              <a:ext cx="66877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dirty="0"/>
                <a:t>Time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46C7C6-A4BF-EE5F-7C74-EDB4E7662DBB}"/>
                </a:ext>
              </a:extLst>
            </p:cNvPr>
            <p:cNvSpPr txBox="1"/>
            <p:nvPr/>
          </p:nvSpPr>
          <p:spPr>
            <a:xfrm>
              <a:off x="1583198" y="2433820"/>
              <a:ext cx="841897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dirty="0"/>
                <a:t>11H15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3374350-DEE9-67CE-07DF-C63081151045}"/>
              </a:ext>
            </a:extLst>
          </p:cNvPr>
          <p:cNvSpPr txBox="1"/>
          <p:nvPr/>
        </p:nvSpPr>
        <p:spPr>
          <a:xfrm>
            <a:off x="10711449" y="2251157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Set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21FF9-6B18-3BF3-6918-48B9A2D9D4BC}"/>
              </a:ext>
            </a:extLst>
          </p:cNvPr>
          <p:cNvSpPr txBox="1"/>
          <p:nvPr/>
        </p:nvSpPr>
        <p:spPr>
          <a:xfrm>
            <a:off x="10711449" y="3032543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Set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8C141-B4AE-88F8-C542-6A6D1A94EB2C}"/>
              </a:ext>
            </a:extLst>
          </p:cNvPr>
          <p:cNvSpPr txBox="1"/>
          <p:nvPr/>
        </p:nvSpPr>
        <p:spPr>
          <a:xfrm>
            <a:off x="10711449" y="3744161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Set time</a:t>
            </a:r>
          </a:p>
        </p:txBody>
      </p:sp>
      <p:sp>
        <p:nvSpPr>
          <p:cNvPr id="23" name="Arrow: Striped Right 22">
            <a:extLst>
              <a:ext uri="{FF2B5EF4-FFF2-40B4-BE49-F238E27FC236}">
                <a16:creationId xmlns:a16="http://schemas.microsoft.com/office/drawing/2014/main" id="{20684646-9159-8F25-038D-A188282DFA4F}"/>
              </a:ext>
            </a:extLst>
          </p:cNvPr>
          <p:cNvSpPr/>
          <p:nvPr/>
        </p:nvSpPr>
        <p:spPr>
          <a:xfrm rot="19446587">
            <a:off x="3058463" y="399561"/>
            <a:ext cx="1310795" cy="967464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D38FD4-8A2B-8152-3C5A-6392F7F4058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111110" y="342872"/>
            <a:ext cx="3839474" cy="1279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27A61CE-A59E-0271-E231-C6CF6DAE172D}"/>
              </a:ext>
            </a:extLst>
          </p:cNvPr>
          <p:cNvSpPr txBox="1"/>
          <p:nvPr/>
        </p:nvSpPr>
        <p:spPr>
          <a:xfrm>
            <a:off x="7030847" y="4442520"/>
            <a:ext cx="142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Lunch Break</a:t>
            </a:r>
          </a:p>
        </p:txBody>
      </p:sp>
    </p:spTree>
    <p:extLst>
      <p:ext uri="{BB962C8B-B14F-4D97-AF65-F5344CB8AC3E}">
        <p14:creationId xmlns:p14="http://schemas.microsoft.com/office/powerpoint/2010/main" val="410103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6 L 0.38242 0.076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15" y="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1.48148E-6 L 0.66003 -0.2270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95" y="-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33333E-6 L 0.37878 -0.2775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32" y="-1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41 0.10417 L 0.6526 -0.054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109" y="-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188 -0.11528 L 0.38464 -0.2296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38" y="-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02 0.11528 L 0.64518 0.0789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58" y="-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4.81481E-6 L 0.37878 -0.19213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32" y="-9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11111E-6 L 0.63958 0.16875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79" y="8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L 0.35169 -0.2497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78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4" grpId="0" animBg="1"/>
      <p:bldP spid="26" grpId="0" animBg="1"/>
      <p:bldP spid="28" grpId="0" animBg="1"/>
      <p:bldP spid="34" grpId="0" animBg="1"/>
      <p:bldP spid="2" grpId="0"/>
      <p:bldP spid="3" grpId="0"/>
      <p:bldP spid="7" grpId="0"/>
      <p:bldP spid="23" grpId="0" animBg="1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CC299-7465-5186-877C-8E5CF81E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CE9771-D4BB-BE84-B74B-B010DF8A47CE}"/>
              </a:ext>
            </a:extLst>
          </p:cNvPr>
          <p:cNvSpPr txBox="1"/>
          <p:nvPr/>
        </p:nvSpPr>
        <p:spPr>
          <a:xfrm>
            <a:off x="726831" y="527538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Elements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E7979B-F8ED-8411-9497-17AE045C681A}"/>
              </a:ext>
            </a:extLst>
          </p:cNvPr>
          <p:cNvSpPr txBox="1"/>
          <p:nvPr/>
        </p:nvSpPr>
        <p:spPr>
          <a:xfrm>
            <a:off x="6856767" y="725752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Screen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89FDC-DB76-07B1-CE77-65A2E1C19DF7}"/>
              </a:ext>
            </a:extLst>
          </p:cNvPr>
          <p:cNvSpPr txBox="1"/>
          <p:nvPr/>
        </p:nvSpPr>
        <p:spPr>
          <a:xfrm>
            <a:off x="8990367" y="725752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Screen 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87084B8-EE8E-30D0-C45D-0D1D1A2A6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122888"/>
              </p:ext>
            </p:extLst>
          </p:nvPr>
        </p:nvGraphicFramePr>
        <p:xfrm>
          <a:off x="3843119" y="1239156"/>
          <a:ext cx="812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635152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1640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19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28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928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612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53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Z" sz="4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Z" sz="4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6929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3EAA32E-1664-1A44-1A1C-7E43A4B4FC71}"/>
              </a:ext>
            </a:extLst>
          </p:cNvPr>
          <p:cNvSpPr txBox="1"/>
          <p:nvPr/>
        </p:nvSpPr>
        <p:spPr>
          <a:xfrm>
            <a:off x="818907" y="912201"/>
            <a:ext cx="6646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Start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D069AB-F2B1-0156-DD59-8F7608F54163}"/>
              </a:ext>
            </a:extLst>
          </p:cNvPr>
          <p:cNvSpPr txBox="1"/>
          <p:nvPr/>
        </p:nvSpPr>
        <p:spPr>
          <a:xfrm>
            <a:off x="828652" y="1417939"/>
            <a:ext cx="6451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Stop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7659CD-8FCC-F1F7-5571-1BFC5F8F5F19}"/>
              </a:ext>
            </a:extLst>
          </p:cNvPr>
          <p:cNvSpPr txBox="1"/>
          <p:nvPr/>
        </p:nvSpPr>
        <p:spPr>
          <a:xfrm>
            <a:off x="811093" y="1919701"/>
            <a:ext cx="6335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Wait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6699501-6702-6E34-4E40-2004E1F485E3}"/>
              </a:ext>
            </a:extLst>
          </p:cNvPr>
          <p:cNvGrpSpPr/>
          <p:nvPr/>
        </p:nvGrpSpPr>
        <p:grpSpPr>
          <a:xfrm>
            <a:off x="818907" y="2440770"/>
            <a:ext cx="1504999" cy="369332"/>
            <a:chOff x="811092" y="2433820"/>
            <a:chExt cx="1504999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941886F-BA59-B3FD-5968-C5D2B2115E4C}"/>
                </a:ext>
              </a:extLst>
            </p:cNvPr>
            <p:cNvSpPr txBox="1"/>
            <p:nvPr/>
          </p:nvSpPr>
          <p:spPr>
            <a:xfrm>
              <a:off x="811092" y="2433820"/>
              <a:ext cx="76495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dirty="0"/>
                <a:t>Clock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EEBCAB-1A3B-55CF-9719-327D0AE5E8B9}"/>
                </a:ext>
              </a:extLst>
            </p:cNvPr>
            <p:cNvSpPr txBox="1"/>
            <p:nvPr/>
          </p:nvSpPr>
          <p:spPr>
            <a:xfrm>
              <a:off x="1583198" y="2433820"/>
              <a:ext cx="73289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dirty="0"/>
                <a:t>5 min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9EC2EC0-98FA-0361-1A24-6AC8303FF455}"/>
              </a:ext>
            </a:extLst>
          </p:cNvPr>
          <p:cNvSpPr txBox="1"/>
          <p:nvPr/>
        </p:nvSpPr>
        <p:spPr>
          <a:xfrm>
            <a:off x="818907" y="4189024"/>
            <a:ext cx="664669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400" dirty="0"/>
              <a:t>Flag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B641E2-1065-A89F-C5A3-7D7854D2DC52}"/>
              </a:ext>
            </a:extLst>
          </p:cNvPr>
          <p:cNvSpPr txBox="1"/>
          <p:nvPr/>
        </p:nvSpPr>
        <p:spPr>
          <a:xfrm>
            <a:off x="811093" y="4571904"/>
            <a:ext cx="664669" cy="30777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400" dirty="0"/>
              <a:t>Flag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A6F0A2-5936-8EC6-65D5-15E7FA951821}"/>
              </a:ext>
            </a:extLst>
          </p:cNvPr>
          <p:cNvSpPr txBox="1"/>
          <p:nvPr/>
        </p:nvSpPr>
        <p:spPr>
          <a:xfrm>
            <a:off x="819260" y="4954784"/>
            <a:ext cx="66466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100" dirty="0"/>
              <a:t>Flag C1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6AB7BC-C4D6-436D-5EE4-F1E15D2ED5E0}"/>
              </a:ext>
            </a:extLst>
          </p:cNvPr>
          <p:cNvSpPr txBox="1"/>
          <p:nvPr/>
        </p:nvSpPr>
        <p:spPr>
          <a:xfrm>
            <a:off x="828652" y="5333125"/>
            <a:ext cx="66466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100" dirty="0"/>
              <a:t>Flag C2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1D3425-D737-DD7F-8EA2-B387C21F6C64}"/>
              </a:ext>
            </a:extLst>
          </p:cNvPr>
          <p:cNvSpPr txBox="1"/>
          <p:nvPr/>
        </p:nvSpPr>
        <p:spPr>
          <a:xfrm>
            <a:off x="832027" y="5732924"/>
            <a:ext cx="66466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Z" sz="1100" dirty="0"/>
              <a:t>Flag C3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FC4A5-CAED-A57E-8055-AFA303D118D4}"/>
              </a:ext>
            </a:extLst>
          </p:cNvPr>
          <p:cNvSpPr txBox="1"/>
          <p:nvPr/>
        </p:nvSpPr>
        <p:spPr>
          <a:xfrm>
            <a:off x="726831" y="6188209"/>
            <a:ext cx="14169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Custom Text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3A1B8E-889D-37F7-BD34-600144EBAC2A}"/>
              </a:ext>
            </a:extLst>
          </p:cNvPr>
          <p:cNvSpPr txBox="1"/>
          <p:nvPr/>
        </p:nvSpPr>
        <p:spPr>
          <a:xfrm>
            <a:off x="6904893" y="158206"/>
            <a:ext cx="16539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Override Reset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A365F5-8345-9083-22E7-829926917E67}"/>
              </a:ext>
            </a:extLst>
          </p:cNvPr>
          <p:cNvSpPr txBox="1"/>
          <p:nvPr/>
        </p:nvSpPr>
        <p:spPr>
          <a:xfrm>
            <a:off x="9167628" y="158206"/>
            <a:ext cx="1543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Override Stop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1EA6D-4B97-C1A8-A3FB-18F7E4E3EE7C}"/>
              </a:ext>
            </a:extLst>
          </p:cNvPr>
          <p:cNvSpPr txBox="1"/>
          <p:nvPr/>
        </p:nvSpPr>
        <p:spPr>
          <a:xfrm>
            <a:off x="4446441" y="158206"/>
            <a:ext cx="6646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Z" dirty="0"/>
              <a:t>Start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90DA8F-D58D-479A-DFBD-98007FE840CD}"/>
              </a:ext>
            </a:extLst>
          </p:cNvPr>
          <p:cNvGrpSpPr/>
          <p:nvPr/>
        </p:nvGrpSpPr>
        <p:grpSpPr>
          <a:xfrm>
            <a:off x="740821" y="3032543"/>
            <a:ext cx="1614003" cy="369332"/>
            <a:chOff x="811092" y="2433820"/>
            <a:chExt cx="1614003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C3A1C43-6F00-5D97-4E0C-BED6E9688D87}"/>
                </a:ext>
              </a:extLst>
            </p:cNvPr>
            <p:cNvSpPr txBox="1"/>
            <p:nvPr/>
          </p:nvSpPr>
          <p:spPr>
            <a:xfrm>
              <a:off x="811092" y="2433820"/>
              <a:ext cx="66877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dirty="0"/>
                <a:t>Time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467675-889E-237D-FA28-F3EF57180512}"/>
                </a:ext>
              </a:extLst>
            </p:cNvPr>
            <p:cNvSpPr txBox="1"/>
            <p:nvPr/>
          </p:nvSpPr>
          <p:spPr>
            <a:xfrm>
              <a:off x="1583198" y="2433820"/>
              <a:ext cx="841897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dirty="0"/>
                <a:t>11H15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D324DEA-B55D-8A07-BF65-C786EB93F8FC}"/>
              </a:ext>
            </a:extLst>
          </p:cNvPr>
          <p:cNvSpPr txBox="1"/>
          <p:nvPr/>
        </p:nvSpPr>
        <p:spPr>
          <a:xfrm>
            <a:off x="10811754" y="1417939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Edit Time</a:t>
            </a:r>
          </a:p>
        </p:txBody>
      </p:sp>
    </p:spTree>
    <p:extLst>
      <p:ext uri="{BB962C8B-B14F-4D97-AF65-F5344CB8AC3E}">
        <p14:creationId xmlns:p14="http://schemas.microsoft.com/office/powerpoint/2010/main" val="98151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6 L 0.37279 0.074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33" y="3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1.48148E-6 L 0.65586 -0.2344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786" y="-1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165</Words>
  <Application>Microsoft Office PowerPoint</Application>
  <PresentationFormat>Widescreen</PresentationFormat>
  <Paragraphs>75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 Marais</dc:creator>
  <cp:lastModifiedBy>Anton Marais</cp:lastModifiedBy>
  <cp:revision>2</cp:revision>
  <dcterms:created xsi:type="dcterms:W3CDTF">2026-06-30T23:06:21Z</dcterms:created>
  <dcterms:modified xsi:type="dcterms:W3CDTF">2026-07-01T02:14:34Z</dcterms:modified>
</cp:coreProperties>
</file>